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5715000" type="screen16x1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894" y="-10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957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173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278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004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909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307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819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736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667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651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098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C6FD7-28BD-40D1-9A70-F9B6DD3F3371}" type="datetimeFigureOut">
              <a:rPr lang="es-CO" smtClean="0"/>
              <a:t>28/08/2020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B5A70-3B47-47C6-8F6F-79BC4C52A8F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582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8">
            <a:hlinkHover r:id="" action="ppaction://macro?name=get_text"/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3" dirty="0"/>
          </a:p>
        </p:txBody>
      </p:sp>
      <p:sp>
        <p:nvSpPr>
          <p:cNvPr id="4" name="2 Subtítulo"/>
          <p:cNvSpPr txBox="1">
            <a:spLocks/>
          </p:cNvSpPr>
          <p:nvPr/>
        </p:nvSpPr>
        <p:spPr>
          <a:xfrm>
            <a:off x="59400" y="49189"/>
            <a:ext cx="9025200" cy="627059"/>
          </a:xfrm>
          <a:prstGeom prst="roundRect">
            <a:avLst>
              <a:gd name="adj" fmla="val 23904"/>
            </a:avLst>
          </a:prstGeom>
          <a:gradFill rotWithShape="1">
            <a:gsLst>
              <a:gs pos="0">
                <a:schemeClr val="accent5">
                  <a:shade val="51000"/>
                  <a:satMod val="130000"/>
                  <a:alpha val="25000"/>
                </a:schemeClr>
              </a:gs>
              <a:gs pos="80000">
                <a:schemeClr val="accent5">
                  <a:shade val="93000"/>
                  <a:satMod val="130000"/>
                  <a:alpha val="50000"/>
                </a:schemeClr>
              </a:gs>
              <a:gs pos="100000">
                <a:schemeClr val="accent5">
                  <a:shade val="94000"/>
                  <a:satMod val="135000"/>
                  <a:alpha val="77000"/>
                </a:schemeClr>
              </a:gs>
            </a:gsLst>
            <a:lin ang="16200000" scaled="0"/>
          </a:gradFill>
          <a:ln w="28575">
            <a:solidFill>
              <a:schemeClr val="tx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68580" tIns="34290" rIns="68580" bIns="34290" numCol="1" rtlCol="0" anchor="t">
            <a:normAutofit/>
          </a:bodyPr>
          <a:lstStyle>
            <a:defPPr>
              <a:defRPr lang="es-CO"/>
            </a:defPPr>
            <a:lvl1pPr indent="0" defTabSz="914400">
              <a:spcBef>
                <a:spcPct val="20000"/>
              </a:spcBef>
              <a:buFont typeface="Arial" pitchFamily="34" charset="0"/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 defTabSz="914400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defTabSz="91440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defTabSz="91440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defTabSz="91440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defTabSz="91440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defTabSz="91440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defTabSz="91440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defTabSz="91440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s-CO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7847" y="113413"/>
            <a:ext cx="7288306" cy="498608"/>
          </a:xfrm>
          <a:prstGeom prst="roundRect">
            <a:avLst>
              <a:gd name="adj" fmla="val 33927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Autofit/>
          </a:bodyPr>
          <a:lstStyle/>
          <a:p>
            <a:pPr marL="385763" indent="-385763"/>
            <a:r>
              <a:rPr lang="es-CO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XAMPP configuración de direcciones web locales</a:t>
            </a:r>
          </a:p>
        </p:txBody>
      </p:sp>
      <p:sp>
        <p:nvSpPr>
          <p:cNvPr id="9" name="2 Subtítulo"/>
          <p:cNvSpPr txBox="1">
            <a:spLocks/>
          </p:cNvSpPr>
          <p:nvPr/>
        </p:nvSpPr>
        <p:spPr>
          <a:xfrm>
            <a:off x="99191" y="759271"/>
            <a:ext cx="8959556" cy="4861428"/>
          </a:xfrm>
          <a:prstGeom prst="roundRect">
            <a:avLst>
              <a:gd name="adj" fmla="val 2912"/>
            </a:avLst>
          </a:prstGeom>
          <a:gradFill rotWithShape="1">
            <a:gsLst>
              <a:gs pos="0">
                <a:schemeClr val="accent5">
                  <a:shade val="51000"/>
                  <a:satMod val="130000"/>
                  <a:alpha val="25000"/>
                </a:schemeClr>
              </a:gs>
              <a:gs pos="80000">
                <a:schemeClr val="accent5">
                  <a:shade val="93000"/>
                  <a:satMod val="130000"/>
                  <a:alpha val="50000"/>
                </a:schemeClr>
              </a:gs>
              <a:gs pos="100000">
                <a:schemeClr val="accent5">
                  <a:shade val="94000"/>
                  <a:satMod val="135000"/>
                  <a:alpha val="77000"/>
                </a:schemeClr>
              </a:gs>
            </a:gsLst>
            <a:lin ang="16200000" scaled="0"/>
          </a:gradFill>
          <a:ln w="38100">
            <a:solidFill>
              <a:srgbClr val="000099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numCol="1" rtlCol="0" anchor="t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" name="2 Subtítulo"/>
          <p:cNvSpPr txBox="1">
            <a:spLocks/>
          </p:cNvSpPr>
          <p:nvPr/>
        </p:nvSpPr>
        <p:spPr>
          <a:xfrm>
            <a:off x="177650" y="846771"/>
            <a:ext cx="4620261" cy="4686431"/>
          </a:xfrm>
          <a:prstGeom prst="roundRect">
            <a:avLst>
              <a:gd name="adj" fmla="val 2395"/>
            </a:avLst>
          </a:prstGeom>
          <a:gradFill rotWithShape="1">
            <a:gsLst>
              <a:gs pos="0">
                <a:srgbClr val="3333FF">
                  <a:alpha val="70000"/>
                </a:srgbClr>
              </a:gs>
              <a:gs pos="14000">
                <a:schemeClr val="tx2">
                  <a:lumMod val="60000"/>
                  <a:lumOff val="40000"/>
                  <a:alpha val="70000"/>
                </a:schemeClr>
              </a:gs>
              <a:gs pos="80000">
                <a:srgbClr val="0000FF">
                  <a:alpha val="70000"/>
                </a:srgbClr>
              </a:gs>
              <a:gs pos="100000">
                <a:srgbClr val="3333CC">
                  <a:alpha val="70000"/>
                </a:srgbClr>
              </a:gs>
            </a:gsLst>
            <a:lin ang="16200000" scaled="0"/>
          </a:gradFill>
          <a:ln w="28575">
            <a:solidFill>
              <a:schemeClr val="tx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numCol="1" rtlCol="0" anchor="ctr">
            <a:normAutofit fontScale="70000" lnSpcReduction="20000"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1.- </a:t>
            </a:r>
            <a:r>
              <a:rPr lang="es-CO" sz="1600" b="1" i="1" u="sng" dirty="0">
                <a:solidFill>
                  <a:schemeClr val="bg1"/>
                </a:solidFill>
              </a:rPr>
              <a:t>Crear la carpeta que alojara el proyecto</a:t>
            </a:r>
            <a:r>
              <a:rPr lang="es-CO" sz="1600" b="1" i="1" dirty="0">
                <a:solidFill>
                  <a:schemeClr val="bg1"/>
                </a:solidFill>
              </a:rPr>
              <a:t>: la cual estará ubicada en nuestro caso en </a:t>
            </a:r>
            <a:r>
              <a:rPr lang="es-CO" sz="1600" b="1" i="1" dirty="0" smtClean="0">
                <a:solidFill>
                  <a:schemeClr val="bg1"/>
                </a:solidFill>
              </a:rPr>
              <a:t>“D:\</a:t>
            </a:r>
            <a:r>
              <a:rPr lang="es-CO" sz="1600" b="1" i="1" dirty="0">
                <a:solidFill>
                  <a:schemeClr val="bg1"/>
                </a:solidFill>
              </a:rPr>
              <a:t>xampp\htdocs” ; </a:t>
            </a:r>
            <a:r>
              <a:rPr lang="es-CO" sz="1600" b="1" i="1" dirty="0" smtClean="0">
                <a:solidFill>
                  <a:schemeClr val="bg1"/>
                </a:solidFill>
              </a:rPr>
              <a:t>“D:” </a:t>
            </a:r>
            <a:r>
              <a:rPr lang="es-CO" sz="1600" b="1" i="1" dirty="0">
                <a:solidFill>
                  <a:schemeClr val="bg1"/>
                </a:solidFill>
              </a:rPr>
              <a:t>es la unidad donde instalamos XAMPP, y puede ser diferente según donde lo instalemos. 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2.- </a:t>
            </a:r>
            <a:r>
              <a:rPr lang="es-CO" sz="1600" b="1" i="1" u="sng" dirty="0">
                <a:solidFill>
                  <a:schemeClr val="bg1"/>
                </a:solidFill>
              </a:rPr>
              <a:t>Agregar nuestro host virtual</a:t>
            </a:r>
            <a:r>
              <a:rPr lang="es-CO" sz="1600" b="1" i="1" dirty="0">
                <a:solidFill>
                  <a:schemeClr val="bg1"/>
                </a:solidFill>
              </a:rPr>
              <a:t>: Para ello abrimos el Bloc de Notas como administrador y abrimos la siguiente dirección: “C:\WINDOWS\system32\drivers\etc\hosts”; y agregamos líneas al final que definan nuestras direcciones web por ejemplo: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127.0.0.1       localhost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127.0.0.1       tunegocio.compulg.local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127.0.0.1       www.tunegocio.compulg.local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127.0.0.1       practicas.compulg.local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127.0.0.1       www.practicas.compulg.local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3.- </a:t>
            </a:r>
            <a:r>
              <a:rPr lang="es-CO" sz="1600" b="1" i="1" u="sng" dirty="0">
                <a:solidFill>
                  <a:schemeClr val="bg1"/>
                </a:solidFill>
              </a:rPr>
              <a:t>Modificar el archivo de configuración de Apache, para incluir el archivo de configuración de virtual host</a:t>
            </a:r>
            <a:r>
              <a:rPr lang="es-CO" sz="1600" b="1" i="1" dirty="0">
                <a:solidFill>
                  <a:schemeClr val="bg1"/>
                </a:solidFill>
              </a:rPr>
              <a:t>: Para ello abrimos el Bloc de Notas como administrador y abrimos la siguiente dirección: </a:t>
            </a:r>
            <a:r>
              <a:rPr lang="es-CO" sz="1600" b="1" i="1" dirty="0" smtClean="0">
                <a:solidFill>
                  <a:schemeClr val="bg1"/>
                </a:solidFill>
              </a:rPr>
              <a:t>“D:\</a:t>
            </a:r>
            <a:r>
              <a:rPr lang="es-CO" sz="1600" b="1" i="1" dirty="0">
                <a:solidFill>
                  <a:schemeClr val="bg1"/>
                </a:solidFill>
              </a:rPr>
              <a:t>xampp\apache\conf\httpd.conf”; buscamos la línea: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“#Include conf/extra/httpd-vhosts.conf” y le quitamos el “#”. Igualmente para la línea: 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“LoadModule rewrite_module modules/mod_rewrite.so”, nos aseguramos que no tenga el “#”.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4.- </a:t>
            </a:r>
            <a:r>
              <a:rPr lang="es-CO" sz="1600" b="1" i="1" u="sng" dirty="0">
                <a:solidFill>
                  <a:schemeClr val="bg1"/>
                </a:solidFill>
              </a:rPr>
              <a:t>Alojamos cada uno de los host virtuales que creemos</a:t>
            </a:r>
            <a:r>
              <a:rPr lang="es-CO" sz="1600" b="1" i="1" dirty="0">
                <a:solidFill>
                  <a:schemeClr val="bg1"/>
                </a:solidFill>
              </a:rPr>
              <a:t>: Para ello abrimos el Bloc de Notas como administrador y abrimos la siguiente dirección: </a:t>
            </a:r>
            <a:r>
              <a:rPr lang="es-CO" sz="1600" b="1" i="1" dirty="0" smtClean="0">
                <a:solidFill>
                  <a:schemeClr val="bg1"/>
                </a:solidFill>
              </a:rPr>
              <a:t>“D:\</a:t>
            </a:r>
            <a:r>
              <a:rPr lang="es-CO" sz="1600" b="1" i="1" dirty="0">
                <a:solidFill>
                  <a:schemeClr val="bg1"/>
                </a:solidFill>
              </a:rPr>
              <a:t>xampp\apache\conf\extra\httpd-vhosts.conf” ; </a:t>
            </a:r>
            <a:r>
              <a:rPr lang="es-CO" sz="1600" b="1" i="1" dirty="0" smtClean="0">
                <a:solidFill>
                  <a:schemeClr val="bg1"/>
                </a:solidFill>
              </a:rPr>
              <a:t>“D:” </a:t>
            </a:r>
            <a:r>
              <a:rPr lang="es-CO" sz="1600" b="1" i="1" dirty="0">
                <a:solidFill>
                  <a:schemeClr val="bg1"/>
                </a:solidFill>
              </a:rPr>
              <a:t>es la unidad donde instalamos XAMPP, y puede ser diferente según donde lo instalemos. Y allí colocamos las líneas que muestra el cuadro a la derecha al final.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5.- En el archivo </a:t>
            </a:r>
            <a:r>
              <a:rPr lang="es-CO" sz="1600" b="1" i="1" dirty="0" smtClean="0">
                <a:solidFill>
                  <a:schemeClr val="bg1"/>
                </a:solidFill>
              </a:rPr>
              <a:t>“D:\</a:t>
            </a:r>
            <a:r>
              <a:rPr lang="es-CO" sz="1600" b="1" i="1" dirty="0">
                <a:solidFill>
                  <a:schemeClr val="bg1"/>
                </a:solidFill>
              </a:rPr>
              <a:t>xampp\htdocs\index.php”. Modificamos la línea “header('Location: '.$uri.'/dashboard/');”   ; por: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“ header('Location: '.$uri.'/');”		</a:t>
            </a:r>
          </a:p>
        </p:txBody>
      </p:sp>
      <p:sp>
        <p:nvSpPr>
          <p:cNvPr id="16" name="2 Subtítulo"/>
          <p:cNvSpPr txBox="1">
            <a:spLocks/>
          </p:cNvSpPr>
          <p:nvPr/>
        </p:nvSpPr>
        <p:spPr>
          <a:xfrm>
            <a:off x="4878189" y="856204"/>
            <a:ext cx="4102100" cy="4686431"/>
          </a:xfrm>
          <a:prstGeom prst="roundRect">
            <a:avLst>
              <a:gd name="adj" fmla="val 2395"/>
            </a:avLst>
          </a:prstGeom>
          <a:gradFill rotWithShape="1">
            <a:gsLst>
              <a:gs pos="0">
                <a:srgbClr val="3333FF">
                  <a:alpha val="70000"/>
                </a:srgbClr>
              </a:gs>
              <a:gs pos="14000">
                <a:schemeClr val="tx2">
                  <a:lumMod val="60000"/>
                  <a:lumOff val="40000"/>
                  <a:alpha val="70000"/>
                </a:schemeClr>
              </a:gs>
              <a:gs pos="80000">
                <a:srgbClr val="0000FF">
                  <a:alpha val="70000"/>
                </a:srgbClr>
              </a:gs>
              <a:gs pos="100000">
                <a:srgbClr val="3333CC">
                  <a:alpha val="70000"/>
                </a:srgbClr>
              </a:gs>
            </a:gsLst>
            <a:lin ang="16200000" scaled="0"/>
          </a:gradFill>
          <a:ln w="28575">
            <a:solidFill>
              <a:schemeClr val="tx2"/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numCol="1" rtlCol="0" anchor="ctr">
            <a:normAutofit fontScale="77500" lnSpcReduction="20000"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600" b="1" i="1" dirty="0" err="1">
                <a:solidFill>
                  <a:schemeClr val="bg1"/>
                </a:solidFill>
              </a:rPr>
              <a:t>NameVirtualHost</a:t>
            </a:r>
            <a:r>
              <a:rPr lang="es-CO" sz="1600" b="1" i="1" dirty="0">
                <a:solidFill>
                  <a:schemeClr val="bg1"/>
                </a:solidFill>
              </a:rPr>
              <a:t> 127.0.0.1:80</a:t>
            </a:r>
          </a:p>
          <a:p>
            <a:pPr marL="0" indent="0">
              <a:buNone/>
            </a:pP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&lt;</a:t>
            </a:r>
            <a:r>
              <a:rPr lang="es-CO" sz="1600" b="1" i="1" dirty="0" err="1">
                <a:solidFill>
                  <a:schemeClr val="bg1"/>
                </a:solidFill>
              </a:rPr>
              <a:t>Directory</a:t>
            </a:r>
            <a:r>
              <a:rPr lang="es-CO" sz="1600" b="1" i="1" dirty="0">
                <a:solidFill>
                  <a:schemeClr val="bg1"/>
                </a:solidFill>
              </a:rPr>
              <a:t> "D:/xampp/htdocs/"&gt;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	</a:t>
            </a:r>
            <a:r>
              <a:rPr lang="es-CO" sz="1600" b="1" i="1" dirty="0" err="1">
                <a:solidFill>
                  <a:schemeClr val="bg1"/>
                </a:solidFill>
              </a:rPr>
              <a:t>Options</a:t>
            </a:r>
            <a:r>
              <a:rPr lang="es-CO" sz="1600" b="1" i="1" dirty="0">
                <a:solidFill>
                  <a:schemeClr val="bg1"/>
                </a:solidFill>
              </a:rPr>
              <a:t> Indexes </a:t>
            </a:r>
            <a:r>
              <a:rPr lang="es-CO" sz="1600" b="1" i="1" dirty="0" err="1">
                <a:solidFill>
                  <a:schemeClr val="bg1"/>
                </a:solidFill>
              </a:rPr>
              <a:t>FollowSymLinks</a:t>
            </a: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	</a:t>
            </a:r>
            <a:r>
              <a:rPr lang="es-CO" sz="1600" b="1" i="1" dirty="0" err="1">
                <a:solidFill>
                  <a:schemeClr val="bg1"/>
                </a:solidFill>
              </a:rPr>
              <a:t>Order</a:t>
            </a:r>
            <a:r>
              <a:rPr lang="es-CO" sz="1600" b="1" i="1" dirty="0">
                <a:solidFill>
                  <a:schemeClr val="bg1"/>
                </a:solidFill>
              </a:rPr>
              <a:t> </a:t>
            </a:r>
            <a:r>
              <a:rPr lang="es-CO" sz="1600" b="1" i="1" dirty="0" err="1">
                <a:solidFill>
                  <a:schemeClr val="bg1"/>
                </a:solidFill>
              </a:rPr>
              <a:t>allow,deny</a:t>
            </a: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	</a:t>
            </a:r>
            <a:r>
              <a:rPr lang="es-CO" sz="1600" b="1" i="1" dirty="0" err="1">
                <a:solidFill>
                  <a:schemeClr val="bg1"/>
                </a:solidFill>
              </a:rPr>
              <a:t>Allow</a:t>
            </a:r>
            <a:r>
              <a:rPr lang="es-CO" sz="1600" b="1" i="1" dirty="0">
                <a:solidFill>
                  <a:schemeClr val="bg1"/>
                </a:solidFill>
              </a:rPr>
              <a:t> </a:t>
            </a:r>
            <a:r>
              <a:rPr lang="es-CO" sz="1600" b="1" i="1" dirty="0" err="1">
                <a:solidFill>
                  <a:schemeClr val="bg1"/>
                </a:solidFill>
              </a:rPr>
              <a:t>from</a:t>
            </a:r>
            <a:r>
              <a:rPr lang="es-CO" sz="1600" b="1" i="1" dirty="0">
                <a:solidFill>
                  <a:schemeClr val="bg1"/>
                </a:solidFill>
              </a:rPr>
              <a:t> </a:t>
            </a:r>
            <a:r>
              <a:rPr lang="es-CO" sz="1600" b="1" i="1" dirty="0" err="1">
                <a:solidFill>
                  <a:schemeClr val="bg1"/>
                </a:solidFill>
              </a:rPr>
              <a:t>all</a:t>
            </a: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&lt;/</a:t>
            </a:r>
            <a:r>
              <a:rPr lang="es-CO" sz="1600" b="1" i="1" dirty="0" err="1">
                <a:solidFill>
                  <a:schemeClr val="bg1"/>
                </a:solidFill>
              </a:rPr>
              <a:t>Directory</a:t>
            </a:r>
            <a:r>
              <a:rPr lang="es-CO" sz="1600" b="1" i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#&lt;</a:t>
            </a:r>
            <a:r>
              <a:rPr lang="es-CO" sz="1600" b="1" i="1" dirty="0" err="1">
                <a:solidFill>
                  <a:schemeClr val="bg1"/>
                </a:solidFill>
              </a:rPr>
              <a:t>VirtualHost</a:t>
            </a:r>
            <a:r>
              <a:rPr lang="es-CO" sz="1600" b="1" i="1" dirty="0">
                <a:solidFill>
                  <a:schemeClr val="bg1"/>
                </a:solidFill>
              </a:rPr>
              <a:t> *:80&gt;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#	DocumentRoot "D:/xampp/htdocs/dashboard"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#	ServerName localhost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#&lt;/</a:t>
            </a:r>
            <a:r>
              <a:rPr lang="es-CO" sz="1600" b="1" i="1" dirty="0" err="1">
                <a:solidFill>
                  <a:schemeClr val="bg1"/>
                </a:solidFill>
              </a:rPr>
              <a:t>VirtualHost</a:t>
            </a:r>
            <a:r>
              <a:rPr lang="es-CO" sz="1600" b="1" i="1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&lt;</a:t>
            </a:r>
            <a:r>
              <a:rPr lang="es-CO" sz="1600" b="1" i="1" dirty="0" err="1">
                <a:solidFill>
                  <a:schemeClr val="bg1"/>
                </a:solidFill>
              </a:rPr>
              <a:t>VirtualHost</a:t>
            </a:r>
            <a:r>
              <a:rPr lang="es-CO" sz="1600" b="1" i="1" dirty="0">
                <a:solidFill>
                  <a:schemeClr val="bg1"/>
                </a:solidFill>
              </a:rPr>
              <a:t> *:80&gt;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	DocumentRoot "D:/xampp/htdocs/practicas"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	ServerName localhost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	ServerAlias www.practicas.compulg.local</a:t>
            </a:r>
          </a:p>
          <a:p>
            <a:pPr marL="0" indent="0">
              <a:buNone/>
            </a:pPr>
            <a:r>
              <a:rPr lang="es-CO" sz="1600" b="1" i="1" dirty="0">
                <a:solidFill>
                  <a:schemeClr val="bg1"/>
                </a:solidFill>
              </a:rPr>
              <a:t>&lt;/</a:t>
            </a:r>
            <a:r>
              <a:rPr lang="es-CO" sz="1600" b="1" i="1" dirty="0" err="1">
                <a:solidFill>
                  <a:schemeClr val="bg1"/>
                </a:solidFill>
              </a:rPr>
              <a:t>VirtualHost</a:t>
            </a:r>
            <a:r>
              <a:rPr lang="es-CO" sz="1600" b="1" i="1" dirty="0" smtClean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endParaRPr lang="es-CO" sz="16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CO" sz="1600" b="1" i="1" dirty="0" smtClean="0">
                <a:solidFill>
                  <a:schemeClr val="bg1"/>
                </a:solidFill>
              </a:rPr>
              <a:t>#&lt;</a:t>
            </a:r>
            <a:r>
              <a:rPr lang="es-CO" sz="1600" b="1" i="1" dirty="0">
                <a:solidFill>
                  <a:schemeClr val="bg1"/>
                </a:solidFill>
              </a:rPr>
              <a:t>VirtualHost tunegocio.compulg.local:80&gt;</a:t>
            </a:r>
          </a:p>
          <a:p>
            <a:pPr marL="0" indent="0">
              <a:buNone/>
            </a:pPr>
            <a:r>
              <a:rPr lang="es-CO" sz="1600" b="1" i="1" dirty="0" smtClean="0">
                <a:solidFill>
                  <a:schemeClr val="bg1"/>
                </a:solidFill>
              </a:rPr>
              <a:t>#</a:t>
            </a:r>
            <a:r>
              <a:rPr lang="es-CO" sz="1600" b="1" i="1" dirty="0">
                <a:solidFill>
                  <a:schemeClr val="bg1"/>
                </a:solidFill>
              </a:rPr>
              <a:t>	DocumentRoot </a:t>
            </a:r>
            <a:r>
              <a:rPr lang="es-CO" sz="1600" b="1" i="1" dirty="0" smtClean="0">
                <a:solidFill>
                  <a:schemeClr val="bg1"/>
                </a:solidFill>
              </a:rPr>
              <a:t>“D:/xampp/htdocs/tunegocio“</a:t>
            </a:r>
          </a:p>
          <a:p>
            <a:pPr marL="0" indent="0">
              <a:buNone/>
            </a:pPr>
            <a:r>
              <a:rPr lang="es-CO" sz="1600" b="1" i="1" dirty="0" smtClean="0">
                <a:solidFill>
                  <a:schemeClr val="bg1"/>
                </a:solidFill>
              </a:rPr>
              <a:t>#</a:t>
            </a:r>
            <a:r>
              <a:rPr lang="es-CO" sz="1600" b="1" i="1" dirty="0">
                <a:solidFill>
                  <a:schemeClr val="bg1"/>
                </a:solidFill>
              </a:rPr>
              <a:t>	ServerName tunegocio.compulg.local</a:t>
            </a:r>
          </a:p>
          <a:p>
            <a:pPr marL="0" indent="0">
              <a:buNone/>
            </a:pPr>
            <a:r>
              <a:rPr lang="es-CO" sz="1600" b="1" i="1" dirty="0" smtClean="0">
                <a:solidFill>
                  <a:schemeClr val="bg1"/>
                </a:solidFill>
              </a:rPr>
              <a:t>#</a:t>
            </a:r>
            <a:r>
              <a:rPr lang="es-CO" sz="1600" b="1" i="1" dirty="0">
                <a:solidFill>
                  <a:schemeClr val="bg1"/>
                </a:solidFill>
              </a:rPr>
              <a:t>	ServerAlias www.tunegocio.compulg.local</a:t>
            </a:r>
          </a:p>
          <a:p>
            <a:pPr marL="0" indent="0">
              <a:buNone/>
            </a:pPr>
            <a:r>
              <a:rPr lang="es-CO" sz="1600" b="1" i="1" dirty="0" smtClean="0">
                <a:solidFill>
                  <a:schemeClr val="bg1"/>
                </a:solidFill>
              </a:rPr>
              <a:t>#&lt;/</a:t>
            </a:r>
            <a:r>
              <a:rPr lang="es-CO" sz="1600" b="1" i="1" dirty="0">
                <a:solidFill>
                  <a:schemeClr val="bg1"/>
                </a:solidFill>
              </a:rPr>
              <a:t>VirtualHost&gt;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8" name="Flecha derecha 7"/>
          <p:cNvSpPr/>
          <p:nvPr/>
        </p:nvSpPr>
        <p:spPr>
          <a:xfrm>
            <a:off x="4628563" y="4581427"/>
            <a:ext cx="268541" cy="16025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9621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280</Words>
  <Application>Microsoft Office PowerPoint</Application>
  <PresentationFormat>Presentación en pantalla (16:10)</PresentationFormat>
  <Paragraphs>39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XAMPP configuración de direcciones web locales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XAMPP configuración de direcciones web locales</dc:title>
  <dc:creator>Gabriel</dc:creator>
  <cp:lastModifiedBy>Gabriel</cp:lastModifiedBy>
  <cp:revision>2</cp:revision>
  <dcterms:created xsi:type="dcterms:W3CDTF">2020-08-29T02:30:08Z</dcterms:created>
  <dcterms:modified xsi:type="dcterms:W3CDTF">2020-08-29T02:57:56Z</dcterms:modified>
</cp:coreProperties>
</file>